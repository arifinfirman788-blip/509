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小七孔小程序合作方案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基于景区智能体能力的“AI问答 + 伴游地图 + 票务交易”联合运营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4846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2926080"/>
            <a:ext cx="5486400" cy="2926080"/>
          </a:xfrm>
          <a:prstGeom prst="round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246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AI问答 × 伴游地图 × 票务交易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4434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以“景区智能体”为入口，联合风景公司现有票务与运营体系，实现：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更高效的游客服务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更可控的小程序迭代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更可持续的数据沉淀与经营增长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面向：风景公司商务/决策评审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3749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核心思路：小程序由我方承接开发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票务系统与动态数据由风景公司/钱云联创提供对接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0" y="4800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阶段策略：先可用（H5兜底）→ 再可控（接口版自研商城）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版本：V1.0  |  适用：风景公司商务/决策评审</a:t>
            </a:r>
            <a:endParaRPr lang="en-US" sz="10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背景与合作目标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34295" y="164592"/>
            <a:ext cx="1417320" cy="35661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2011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背景与合作目标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以风景公司现有票务运营体系为底座，叠加我方“景区智能体”能力，升级小程序体验与经营效率。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715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109728" cy="3931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现状与痛点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风景公司承接小七孔线上运营：票务系统 / 小程序 / 运营内容等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游客咨询高频：票务、入园、停车、活动、路线等信息分散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动态数据（闸机/停车/票务余量等）未充分转化为服务与经营能力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小程序迭代受限：体验优化、营销玩法、数据沉淀难快速闭环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1874520"/>
            <a:ext cx="50109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103120"/>
            <a:ext cx="109728" cy="393192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合作目标（对景区与风景公司）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37083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游客侧：更快更准的问答、导览与购票，减少排队与投诉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经营侧：提升转化率与客单价，形成可持续运营工具链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管理侧：动态数据可视化与异常预警，提升现场协同效率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技术侧：小程序能力由己方交付，形成长期可控的迭代与资产沉淀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建议决策点：确认合作边界与对接范围（数据 + 票务交易）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我方能力与可交付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34295" y="164592"/>
            <a:ext cx="1417320" cy="35661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2011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我方能力与可交付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以现有“景区智能体”为核心组件，快速落地游客服务与交易闭环。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715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109728" cy="16002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AI问答（游客服务入口）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票务/入园/停车/路线/活动等高频问题自动应答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接入动态数据：余票/排队/停车位 → 实时回答与推荐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可运营：热点问题、命中率、转人工、知识库迭代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5715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434840"/>
            <a:ext cx="109728" cy="160020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4348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伴游地图（导览体验升级）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8463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景点导览、路线推荐、语音/图文讲解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结合停车/闸机/拥堵等数据做“避峰推荐”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活动/公告由风景公司内容体系统一发布（可对接我方后台）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1874520"/>
            <a:ext cx="50109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103120"/>
            <a:ext cx="109728" cy="393192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10312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交易与运营（增长闭环）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37083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票务交易：选票 → 下单 → 支付 → 出票/核销 → 退改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商城承载：票务为主，后续可扩展特产/套餐/活动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运营后台：公告/活动、商品、订单、客服与数据看板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可做示意：参考黄山会议样式 &amp; 花江大峡谷小程序交易页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交付边界：前后端由我方交付；票务与动态数据由风景公司/钱云联创提供接口与配合联调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对接范围：数据 + 票务交易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34295" y="164592"/>
            <a:ext cx="1417320" cy="35661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2011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对接范围：两条主线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“动态数据对接”提升服务与管理效率；“票务对接”打通交易闭环与结算对账。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715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109728" cy="3931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动态数据对接（做什么 &amp; 价值）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停车场：实时车位/饱和度 → 问答、地图引导、分流建议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闸机/入园：入园须知、核验状态、拥堵提示 → 减少现场咨询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票务余量/场次：实时库存/限流信息 → 智能推荐与购票引导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管理端可选：数据看板、异常预警（接口稳定后逐步上线）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1874520"/>
            <a:ext cx="50109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103120"/>
            <a:ext cx="109728" cy="393192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票务对接（交易闭环）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37083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商品/票种同步：票种、价格、日历、规则（退改/实名等）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下单出票：锁库存/出票/取消/退款/改签（按票务系统能力落地）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支付在我方小程序完成：我方主导支付流程与页面体验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用户体系打通：UnionId/OpenId 映射、订单归属、售后识别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6355080"/>
            <a:ext cx="107259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6437376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建议：由风景公司先明确可提供的数据清单（字段/频率/权限/测试环境），我方据此输出对接说明与验收指标。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当前准备：可基于“贵州城停车场”截图梳理字段需求，先落地“实时停车问答”示范点</a:t>
            </a:r>
            <a:endParaRPr lang="en-US" sz="10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商城/票务对接方案选择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34295" y="164592"/>
            <a:ext cx="1417320" cy="35661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2011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商城/票务对接方案选择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两种可行路径：H5嵌入（快） vs 接口对接自研商城（可控）。建议“接口为主、H5兜底”。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715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109728" cy="393192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方案A：钱云联创商城 H5 嵌入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上线快：页面/交易主要由对方提供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我方小程序承接入口与支付流程配合联调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受限点：体验一致性、可定制程度、数据沉淀与玩法迭代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适用：一期快速上线、或作为接口版异常时的兜底方案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1874520"/>
            <a:ext cx="50109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103120"/>
            <a:ext cx="109728" cy="3931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方案B：我方自研商城 + 调用票务接口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37083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可控性高：前后端都由我方开发，体验与运营玩法统一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数据沉淀：问答/导览/交易/用户行为可统一分析与运营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接口范围：重点对接“库存/下单/出票/核销/售后/对账”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适用：作为长期主方案，形成小程序能力资产与持续迭代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6355080"/>
            <a:ext cx="10725912" cy="384048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6428232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推荐结论：以“方案B接口对接自研商城”为主；一期可并行接入“方案A H5”作为快速上线与稳定性兜底。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用户与支付：均在我方小程序侧完成；需与钱云联创做用户体系与订单归属打通（参考既有合作模式）</a:t>
            </a:r>
            <a:endParaRPr lang="en-US" sz="10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端到端业务流程（建议对齐）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34295" y="164592"/>
            <a:ext cx="1417320" cy="35661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2011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端到端业务流程（建议对齐）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以我方小程序为主入口：咨询→交易→入园→售后→对账，减少割裂与责任不清。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1581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86000"/>
            <a:ext cx="1362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询问/选票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26517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AI问答/票务页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86584" y="2560320"/>
            <a:ext cx="210312" cy="2743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2148840"/>
            <a:ext cx="1581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286000"/>
            <a:ext cx="1362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下单锁库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51760" y="26517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调用票务接口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05656" y="2560320"/>
            <a:ext cx="210312" cy="2743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1104" y="2148840"/>
            <a:ext cx="1581912" cy="109728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286000"/>
            <a:ext cx="1362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支付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0832" y="26517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我方小程序支付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24728" y="2560320"/>
            <a:ext cx="210312" cy="2743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0176" y="2148840"/>
            <a:ext cx="1581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2286000"/>
            <a:ext cx="1362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出票/核销码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89904" y="26517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票务系统出票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43800" y="2560320"/>
            <a:ext cx="210312" cy="2743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2148840"/>
            <a:ext cx="1581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86000"/>
            <a:ext cx="1362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入园核验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08976" y="26517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闸机/检票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62872" y="2560320"/>
            <a:ext cx="210312" cy="2743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18320" y="2148840"/>
            <a:ext cx="1581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2286000"/>
            <a:ext cx="1362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退改/退款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528048" y="26517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规则校验+接口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981944" y="2560320"/>
            <a:ext cx="210312" cy="2743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37392" y="2148840"/>
            <a:ext cx="1581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0" y="2286000"/>
            <a:ext cx="1362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对账结算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247120" y="26517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订单/支付/票务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1520" y="3520440"/>
            <a:ext cx="57150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3749040"/>
            <a:ext cx="109728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37490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用户体系与售后归属（关键点）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416052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小程序用户标识：UnionId/OpenId 与票务系统用户ID建立映射关系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订单全链路串联：支付单号、票务订单号、核销记录统一可追溯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售后策略：按票务规则校验（是否可退/退费比例/手续费等）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异常兜底：接口超时/出票失败/核销异常 → 工单 + 人工补偿流程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446520" y="3520440"/>
            <a:ext cx="501091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3749040"/>
            <a:ext cx="109728" cy="214884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74904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建议验收口径（示例）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8000" y="4160520"/>
            <a:ext cx="4370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库存一致性：库存差异率、锁库成功率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出票/核销：出票成功率、核销成功率、平均耗时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支付与对账：支付成功率、对账一致率、退款时效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服务侧：问答命中率、转人工比例、停车问答实时性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备注：若一期走H5嵌入，仍建议保持“我方支付 + 用户体系映射”的一致原则，避免后续迁移成本</a:t>
            </a:r>
            <a:endParaRPr lang="en-US" sz="10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推进计划与分工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34295" y="164592"/>
            <a:ext cx="1417320" cy="35661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2011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推进计划与分工（建议）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按“先可用、再可控”的节奏推进；明确三方边界，降低联调与运营风险。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715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109728" cy="3931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里程碑（可根据接口准备情况调整）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第1周：需求对齐 + 数据清单确认 + 获取最新接口文档/测试环境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第2-4周：一期上线（示范点：停车实时问答 + 基础票务问答 + H5兜底交易）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第5-8周：二期上线（接口版自研商城：库存/下单/出票/核销/退改 + 交易样式优化）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持续迭代：运营玩法/活动公告/数据看板/用户运营（按节假日节奏）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1874520"/>
            <a:ext cx="50109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103120"/>
            <a:ext cx="109728" cy="393192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分工建议（RACI简版）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37083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风景公司：业务规则确认、数据授权、运营内容与验收组织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钱云联创：票务系统能力开放（库存/订单/核销/售后/对账）+ 联调支持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我方：小程序前后端开发、AI问答/地图/商城交付、支付与用户体系打通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共同：灰度发布、节假日保障预案、问题闭环与复盘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沟通策略：方案先与风景公司对齐，站在甲方视角梳理需求与边界，再组织与钱云联创对接联评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风险与保障 / 合作诉求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34295" y="164592"/>
            <a:ext cx="1417320" cy="35661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4295" y="2011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风险与保障 / 合作诉求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106920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明确底线：我方承接小程序开发权；以接口对接为长期主方案，确保体验与资产可控。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715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109728" cy="3931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接口不稳定/字段不一致：影响问答实时性与交易成功率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用户体系/订单归属不清：售后、对账、投诉难闭环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节假日流量高峰：出票/核销链路压力与容灾要求更高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需求频繁变化：若无里程碑与验收口径，交付风险增加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1874520"/>
            <a:ext cx="50109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103120"/>
            <a:ext cx="109728" cy="393192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4370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保障措施（建议）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370832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提供测试环境与沙箱：联调、压测、异常演练前置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双方案兜底：接口版为主 + H5作为备选（可一键切换）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SLA与监控：关键接口成功率/耗时、告警与工单机制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共同验收：按“数据/交易/售后/对账”四类指标验收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6355080"/>
            <a:ext cx="107259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6437376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4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下一步请求：1）提供最新小程序/票务接口文档与测试账号；2）确认可开放的数据清单（闸机/停车/票务等）；3）确认合作边界与上线排期。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556248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如需，我方可补充：交易页/问答页原型示意（参考黄山会议与花江大峡谷小程序）</a:t>
            </a:r>
            <a:endParaRPr lang="en-US" sz="10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TRAE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（贵司名称可替换）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SOLO</dc:creator>
  <cp:lastModifiedBy>SOLO</cp:lastModifiedBy>
  <cp:revision>1</cp:revision>
  <dcterms:created xsi:type="dcterms:W3CDTF">2026-05-08T09:09:30Z</dcterms:created>
  <dcterms:modified xsi:type="dcterms:W3CDTF">2026-05-08T09:09:30Z</dcterms:modified>
</cp:coreProperties>
</file>